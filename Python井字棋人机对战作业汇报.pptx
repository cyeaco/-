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汇报我的Python课程作业——一个基于Minimax算法的井字棋人机对战游戏。这个项目不仅巩固了我的Python编程技能，也让我深入理解了经典的博弈论算法。接下来，我将详细介绍项目的设计思路和实现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本次汇报将分为四个部分。首先，我会介绍项目的背景和目标。接着，将重点讲解核心的Minimax算法及其优化。然后，我会解析代码的整体结构和关键函数。最后，对项目进行总结并展望未来的改进方向。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项目概述。这个项目的初衷是为了完成课程作业，同时也是一个很好的机会来实践我所学的Python知识，将理论转化为实际的应用。我的主要目标有两个：一是做出一个能正常运行且交互流畅的游戏，二是让游戏里的AI足够“聪明”，能模拟博弈思维，从而不会轻易被打败，实现人机对战的趣味性和挑战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接下来是功能展示。游戏规则很简单，玩家是"1"，AI是"O"，通过输入数字1到9来下棋。左边是游戏启动时的界面提示，右边是游戏进行中的一个示例。整个交互过程清晰明了。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这个项目主要用到了三项核心技术。首先是Python语言本身。其次是Minimax算法，这是AI智能的核心。最后是Alpha-Beta剪枝，它像一个加速器，让AI的思考过程更快。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来深入了解Minimax算法。简单来说，它是一种让AI进行“换位思考”的算法。AI会假设自己是玩家，然后模拟玩家会怎么下，再回到自己的回合，选择得分最高的一步。右边的图就展示了这种递归决策的过程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Minimax算法的核心是模拟两个玩家的博弈：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**Max玩家**：即AI本身，它的目标是最大化自己的收益。在棋盘游戏中，它会试图选择让自己胜率最高的落子点。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**Min玩家**：即人类对手，它的目标是最小化AI的收益，也就是尽可能让AI输。算法会模拟人类玩家的所有可能的“防守”或“反击”。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量化这种收益，我们设定了一个打分规则。我们鼓励AI速胜，所以如果AI赢了，它的得分是10减去搜索深度，即步数越少得分越高。如果人类赢了，得分则是深度减10，这是一个负值。如果是平局，则得0分。通过这种机制，算法可以递归遍历所有可能的游戏路径，最终为AI找到一个最优的落子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为了让AI思考得更快，我引入了Alpha-Beta剪枝。它的原理就像我们下棋时，看到某一步明显不好，就不会再深入思考下去。通过这个优化，AI的决策速度得到了极大提升。左边的代码截图就展示了剪枝的具体实现。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接下来是代码结构的解析。我将整个程序分成了五个模块，分别负责棋盘、裁判、AI大脑、决策执行和主循环。这样的模块化设计让代码更易于理解和维护。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这个项目有几个亮点，比如算法实现得比较完整，交互体验也不错。但也存在一些不足，比如界面比较简陋，还有一些小的代码细节可以优化。这些都是未来可以改进的方向。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最后是总结与收获。通过这次项目，我不仅巩固了Python的基础语法，更重要的是深入理解了算法思维，学会了如何优化程序。这些收获对我未来的学习和工作都非常有帮助。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我的汇报到此结束，感谢大家的聆听。现在是问答环节，欢迎大家提问与交流。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jpe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jpe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5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3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jpeg" Type="http://schemas.openxmlformats.org/officeDocument/2006/relationships/image"/><Relationship Id="rId3" Target="../notesSlides/notesSlide11.xml" Type="http://schemas.openxmlformats.org/officeDocument/2006/relationships/notesSlide"/><Relationship Id="rId4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井字棋人机对战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556000"/>
            <a:ext cx="76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Minimax 算法的 Python 实现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34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汇报人：[你的名字]   |   日期：2026年4月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413000"/>
            <a:ext cx="889000" cy="889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2222500" y="2222500"/>
            <a:ext cx="342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项目概述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介绍项目开发的背景、核心需求与最终实现目标，明确项目价值。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905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413000"/>
            <a:ext cx="889000" cy="889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683500" y="2222500"/>
            <a:ext cx="342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核心算法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 Minimax 博弈算法原理，以及 Alpha-Beta 剪枝的优化逻辑。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699000"/>
            <a:ext cx="889000" cy="889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222500" y="4508500"/>
            <a:ext cx="342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代码解析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梳理整体代码架构，重点讲解游戏逻辑、AI 逻辑等关键函数的实现细节。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699000"/>
            <a:ext cx="889000" cy="889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683500" y="4508500"/>
            <a:ext cx="342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总结展望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回顾项目亮点与开发中的不足，并探讨未来的优化方向与功能拓展。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540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24892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BACKGROUND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683000"/>
            <a:ext cx="4445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spcBef>
                <a:spcPts val="1000"/>
              </a:spcBef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为巩固 Python 语法与逻辑思维，完成井字棋人机对战作业，在实践中夯实编程基础。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  <a:spcBef>
                <a:spcPts val="15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深入学习并实现经典的博弈论算法（如极小极大算法），理解智能决策背后的逻辑与基本原理。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540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366000" y="24892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OBJECTIVES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3683000"/>
            <a:ext cx="4445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spcBef>
                <a:spcPts val="1000"/>
              </a:spcBef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开发一个功能完备、交互流畅的文字版井字棋游戏，提供清晰的操作指引和友好的用户体验。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  <a:spcBef>
                <a:spcPts val="15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构建具备博弈能力的 AI 对手，使其能基于算法进行理性落子，在与玩家的对弈中尽可能保持不败战绩。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功能展示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95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0828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游戏规则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794000"/>
            <a:ext cx="4597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玩家执棋子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“1”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，AI 执棋子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“O”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通过输入数字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1-9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选择落子位置，棋盘数字分布参考下方示意图。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先在横、竖、斜任意方向连成三子即获胜；若棋盘下满仍无人连成，则平局。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4318000"/>
            <a:ext cx="45974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93800" y="4445000"/>
            <a:ext cx="4343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你是 1 (Green)，AI 是 O (Red) | 输入 1-9 落子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7 | 8 | 9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 | 5 | 6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| 2 | 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1580" b="1580"/>
          <a:stretch>
            <a:fillRect/>
          </a:stretch>
        </p:blipFill>
        <p:spPr>
          <a:xfrm rot="0" flipH="false" flipV="false"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81200" y="2413000"/>
            <a:ext cx="863600" cy="863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3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44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作为项目的核心开发语言，利用其简洁的语法和强大的标准库，高效地实现了游戏逻辑和算法。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64200" y="2413000"/>
            <a:ext cx="863600" cy="863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3556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Minimax 算法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444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AI决策的核心，通过递归推演所有可能的游戏路径，模拟对手的最优反应，从而选择对自己最有利的落子。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47200" y="2413000"/>
            <a:ext cx="863600" cy="863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382000" y="3556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Alpha-Beta 剪枝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4445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对Minimax算法的优化，通过剪掉明显劣势的分支，大幅减少了计算量，提升了AI的思考速度。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03.1 核心算法：Minimax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828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057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667000"/>
            <a:ext cx="4597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Max 玩家 (AI "O")：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目标是最大化自己的最终得分，采取进攻策略。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Min 玩家 (人类 "X")：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目标是最小化AI的得分，采取防守策略。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递归推演：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算法在“大脑”中模拟所有落子路径，回溯得出全局最优解。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419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44958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4470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胜负打分机制 (Evaluation)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5207000"/>
            <a:ext cx="45974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🏆 AI 胜利：得分 =</a:t>
            </a:r>
            <a:r>
              <a:rPr lang="en-US" b="true" i="false" strike="noStrike" u="none" sz="13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10 - depth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(越快赢分越高，鼓励速胜)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💀 人类胜利：得分 =</a:t>
            </a: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depth - 10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(越快输分越低，避免短时间内崩盘)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🤝 平局：得分 =</a:t>
            </a:r>
            <a:r>
              <a:rPr lang="en-US" b="true" i="false" strike="noStrike" u="none" sz="13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(无分差，为保底策略)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rcRect l="19421" r="19421" t="0" b="0"/>
          <a:stretch>
            <a:fillRect/>
          </a:stretch>
        </p:blipFill>
        <p:spPr>
          <a:xfrm rot="0" flipH="false" flipV="false">
            <a:off x="6223000" y="2032000"/>
            <a:ext cx="5207000" cy="4064000"/>
          </a:xfrm>
          <a:prstGeom prst="roundRect">
            <a:avLst>
              <a:gd name="adj" fmla="val 3750"/>
            </a:avLst>
          </a:prstGeom>
          <a:noFill/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2" id="12"/>
          <p:cNvSpPr/>
          <p:nvPr/>
        </p:nvSpPr>
        <p:spPr>
          <a:xfrm rot="0" flipH="false" flipV="false">
            <a:off x="6223000" y="6223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图示：Minimax 算法递归决策与价值回溯过程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03.2 算法优化：Alpha-Beta 剪枝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2672" r="22672" t="0" b="0"/>
          <a:stretch>
            <a:fillRect/>
          </a:stretch>
        </p:blipFill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3529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6223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908800" y="2006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为什么要剪枝？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2667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减少计算量：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井字棋虽小，但完整搜索也需计算数万种可能，剪枝能大幅降低复杂度。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提升速度：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在不影响最终决策的前提下，直接剪掉“明显劣势”的分支，优化搜索效率。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08800" y="441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508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Alpha (α):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Max玩家(AI)在当前路径下能保证获得的最低分数。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Beta (β):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Min玩家(人类)在当前路径下能接受的最高分数。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剪枝触发: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α ≥ β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时，此分支后续搜索无意义，直接终止搜索。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代码结构解析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0955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棋盘模块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核心函数：pboard(), 初始化 board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负责棋盘的渲染和状态管理，维护游戏的基础数据结构。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905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35500" y="20955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裁判模块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核心函数：checkwin(), checkdraw()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负责判断游戏的胜负条件和平局条件，是游戏规则的执行者。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1905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318500" y="20955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大脑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核心函数：boyi() (Minimax 核心算法)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基于极小极大算法，模拟双方落子逻辑，计算局面评分。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032000" y="4318000"/>
            <a:ext cx="4064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22500" y="45085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决策执行模块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核心函数：find_best_move()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调用AI大脑计算结果，遍历所有空位并选出评分最优的落子点。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4318000"/>
            <a:ext cx="4064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86500" y="45085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游戏主循环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核心结构：while True 循环体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连接各个模块，处理用户输入、交替回合，控制整体游戏流程。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项目亮点与不足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828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057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项目亮点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794000"/>
            <a:ext cx="4597400" cy="965200"/>
          </a:xfrm>
          <a:prstGeom prst="roundRect">
            <a:avLst>
              <a:gd name="adj" fmla="val 10526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19200" y="2921000"/>
            <a:ext cx="4292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算法经典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完整实现了 Minimax 核心逻辑，并引入 Alpha-Beta 剪枝优化，确保算法的专业性。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3937000"/>
            <a:ext cx="4597400" cy="965200"/>
          </a:xfrm>
          <a:prstGeom prst="roundRect">
            <a:avLst>
              <a:gd name="adj" fmla="val 10526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19200" y="4064000"/>
            <a:ext cx="4292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交互友好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完善的输入验证逻辑防止用户误操作，操作提示清晰易懂，保证了流畅的游戏体验。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800" y="5080000"/>
            <a:ext cx="4597400" cy="965200"/>
          </a:xfrm>
          <a:prstGeom prst="roundRect">
            <a:avLst>
              <a:gd name="adj" fmla="val 10526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19200" y="5207000"/>
            <a:ext cx="4292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AI 强大且高效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得益于剪枝算法，AI 思考速度极快，在逻辑上保证了极强的竞技性，基本立于不败之地。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0828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035800" y="2057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不足与改进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27800" y="2921000"/>
            <a:ext cx="4597400" cy="1397000"/>
          </a:xfrm>
          <a:prstGeom prst="roundRect">
            <a:avLst>
              <a:gd name="adj" fmla="val 7272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80200" y="3073400"/>
            <a:ext cx="42926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界面呈现较为简陋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现状：当前版本为纯 Terminal 文本交互，视觉效果单一。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改进：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计划引入 Pygame 库实现图形化界面，或重构为 Web 端在线游戏。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27800" y="4572000"/>
            <a:ext cx="4597400" cy="1397000"/>
          </a:xfrm>
          <a:prstGeom prst="roundRect">
            <a:avLst>
              <a:gd name="adj" fmla="val 7272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80200" y="4724400"/>
            <a:ext cx="42926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棋子标识易产生混淆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现状：目前用数字 "1" 代表玩家棋子，不符合大众对棋类游戏的认知习惯。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改进：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统一将棋子符号修改为 "X" 与 "O"，降低用户认知门槛。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总结与收获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9304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语法巩固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熟练掌握了列表、循环、递归、函数等 Python 核心语法，夯实了编程基础。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34544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算法思维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深入理解了博弈论中的“递归推演”与“最优决策”思想，逻辑思维能力显著提升。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826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080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905000" y="49784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优化意识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学会运用“剪枝”等技巧优化程序性能，树立了代码效率与质量并重的工程观念。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rcRect l="0" r="0" t="4605" b="4605"/>
          <a:stretch>
            <a:fillRect/>
          </a:stretch>
        </p:blipFill>
        <p:spPr>
          <a:xfrm rot="0" flipH="false" flipV="false">
            <a:off x="6350000" y="1905000"/>
            <a:ext cx="4826000" cy="2921000"/>
          </a:xfrm>
          <a:prstGeom prst="roundRect">
            <a:avLst>
              <a:gd name="adj" fmla="val 6956"/>
            </a:avLst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5080000"/>
            <a:ext cx="4826000" cy="1206500"/>
          </a:xfrm>
          <a:prstGeom prst="roundRect">
            <a:avLst>
              <a:gd name="adj" fmla="val 12631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52705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“通过这个项目，我不仅完成了作业，更重要的是培养了解决问题的能力和算法思维。”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778000"/>
            <a:ext cx="1219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683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207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